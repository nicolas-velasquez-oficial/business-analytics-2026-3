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4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15"/>
  </p:normalViewPr>
  <p:slideViewPr>
    <p:cSldViewPr snapToGrid="0">
      <p:cViewPr varScale="1">
        <p:scale>
          <a:sx n="119" d="100"/>
          <a:sy n="119" d="100"/>
        </p:scale>
        <p:origin x="21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7728A-BC5C-F63D-A636-1C41A9846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EF0E0-EF3A-4A49-ACDC-D14B9C024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6F495-EA99-A355-B35C-4181BC043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1F59-0DE7-A94C-9C76-85E50E813DC3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9C948-5981-2FEF-6EBA-588AA6FE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39A46-08F9-949B-14C2-A867BBADD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A57-7F4D-FA46-8D8C-CB00E8999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43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8F4DF-B6A4-EAEF-74F5-B5897CF3F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9C52D-280B-89C7-2F75-5D2B71082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F3141-D41A-7EEA-0170-14645CBD2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1F59-0DE7-A94C-9C76-85E50E813DC3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AC7C6-F46F-4DF2-309F-877A24997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41394-1F2D-00A0-99A1-F36C5F8B0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A57-7F4D-FA46-8D8C-CB00E8999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1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FEA3-D3B8-84CF-ECDE-88E7ACA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4DE47-0F47-854B-673D-F5897710C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B7C7-7FE3-ACBE-979F-B0F6899C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1F59-0DE7-A94C-9C76-85E50E813DC3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E575C-6C04-074F-6B07-C201335A8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8EBD2-87EB-2B21-DF69-C440CDECA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A57-7F4D-FA46-8D8C-CB00E8999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46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4C039-2F58-EED0-99A5-13943809C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D219A-5288-B4B7-7238-A66C23B8BA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3574B-CE02-CFB9-4C06-2F0269A31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3D81A-5195-D29B-6016-E5E95E3AD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1F59-0DE7-A94C-9C76-85E50E813DC3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C89FD-BB01-52A8-41B6-BBE55723C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D13A9-D9AA-5619-4135-FA1EA03C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A57-7F4D-FA46-8D8C-CB00E8999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41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50FFA-F68F-77A8-1033-2E5BF6EF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052CF-A2A6-C307-0809-99E440B5C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8A33E-703E-185A-03E4-D9F9BAD63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F1DB01-9CFF-8DC5-1D9A-852E60EB13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FC1FF0-1BDC-CC92-8164-666085D165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B3D92-BD61-BC01-0B5F-C282C7BCD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1F59-0DE7-A94C-9C76-85E50E813DC3}" type="datetimeFigureOut">
              <a:rPr lang="en-US" smtClean="0"/>
              <a:t>8/6/25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297C92-1B5A-86C4-8D53-CA5D91809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E840EB-7951-425C-71A0-041E6BCEF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A57-7F4D-FA46-8D8C-CB00E8999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87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6ADBE-8958-8824-9ED6-7F5CE7D18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334373-E494-0724-8FE0-98998A5FD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1F59-0DE7-A94C-9C76-85E50E813DC3}" type="datetimeFigureOut">
              <a:rPr lang="en-US" smtClean="0"/>
              <a:t>8/6/25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9A139-CEDB-2653-09A3-B5BFA0DD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8EBB5A-7F02-90D3-18C3-2C4F74D60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A57-7F4D-FA46-8D8C-CB00E8999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52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28F6A-27FD-1905-18CE-7A652C0F3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1F59-0DE7-A94C-9C76-85E50E813DC3}" type="datetimeFigureOut">
              <a:rPr lang="en-US" smtClean="0"/>
              <a:t>8/6/25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B70C5D-F7F1-D923-D4F5-916FC6ED1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1D5A1-9B3A-F3A8-9358-DB590D9DC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A57-7F4D-FA46-8D8C-CB00E8999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9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DE5DA-04C0-9A6A-6D0E-2046E832D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5A83B-6029-78F9-274A-9AB1D8803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52D4C-C493-F8F2-11CA-F95341DBB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AFDB8-0B4F-D7AC-C092-D478D6CB2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1F59-0DE7-A94C-9C76-85E50E813DC3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FC064-00DA-C7FB-9A62-526552861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87E30-AC94-0919-A219-6F7DAB970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A57-7F4D-FA46-8D8C-CB00E8999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73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3C9EF-187C-1A49-7A3B-007831CCD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5FA7E5-C33C-9169-29E3-A137965D6B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B08BEB-88B9-11E0-B005-D9A23D851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2B281-9D21-F96B-7213-B172BA736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1F59-0DE7-A94C-9C76-85E50E813DC3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9D8C7-C281-BD28-5429-C192466F5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27B9F-E06D-3BFE-944D-9AF9F8198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A57-7F4D-FA46-8D8C-CB00E8999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0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6A849-BE14-6EAC-B0BA-7456732A9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DE695-C81F-6B83-A522-998575B77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07DF9-482F-3CE7-C1EF-604EE9B2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1F59-0DE7-A94C-9C76-85E50E813DC3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0D3A3-3811-E0B9-4C1B-8E4C378D3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9295A-EAF0-0687-EBC1-6AA8EB27C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A57-7F4D-FA46-8D8C-CB00E8999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096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1FE178-FECF-87C0-46FB-7DBFC6317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CDD9A-9C62-0205-C373-E01D08CE0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33D83-551E-A699-29F8-9C78A05D8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1F59-0DE7-A94C-9C76-85E50E813DC3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0F0B1-C654-FAF0-29DD-5EF8C5ED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FA2D9-4732-8A4B-A602-3E6991964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A57-7F4D-FA46-8D8C-CB00E8999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72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542BDA-C16B-DBDC-977F-82F818188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1AE5F-FA71-2A59-8AD4-71991878F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4EB16-BFB7-9275-23EC-B6EB86A615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71F59-0DE7-A94C-9C76-85E50E813DC3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BC33B-3823-5536-BC39-DCB6A13A4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5BACF-EDF5-F788-1296-363588D1B9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BFA57-7F4D-FA46-8D8C-CB00E8999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0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C7AB0-DAF0-40C1-4449-36A15B54A5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GitHub</a:t>
            </a:r>
            <a:br>
              <a:rPr lang="en-US" dirty="0"/>
            </a:br>
            <a:r>
              <a:rPr lang="en-US" dirty="0"/>
              <a:t>Business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9F436-1787-423E-FF5E-C01BC90C50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Nicolás </a:t>
            </a:r>
            <a:r>
              <a:rPr lang="en-US" dirty="0" err="1"/>
              <a:t>Velásquez</a:t>
            </a:r>
            <a:endParaRPr lang="en-US" dirty="0"/>
          </a:p>
          <a:p>
            <a:r>
              <a:rPr lang="en-US" dirty="0"/>
              <a:t>Pontificia Universidad Javeriana</a:t>
            </a:r>
          </a:p>
        </p:txBody>
      </p:sp>
    </p:spTree>
    <p:extLst>
      <p:ext uri="{BB962C8B-B14F-4D97-AF65-F5344CB8AC3E}">
        <p14:creationId xmlns:p14="http://schemas.microsoft.com/office/powerpoint/2010/main" val="326558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447AE-6443-8FF6-6D32-EBF1FD3A5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Git(Hub)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73DFF-56B3-4F97-26B5-42097CB25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Motivation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1800" dirty="0"/>
              <a:t>Source: </a:t>
            </a:r>
            <a:r>
              <a:rPr lang="en-US" sz="1800" dirty="0" err="1"/>
              <a:t>Phdeconomics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7106F5-5A92-55D0-81E4-6D8890DAD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017" y="365125"/>
            <a:ext cx="4595233" cy="606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37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CAD2-3CD1-CBE7-562A-72DEB3016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Git(Hub)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87EA7-E0B6-8972-00E7-E64DA667F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7468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Motivation</a:t>
            </a:r>
          </a:p>
          <a:p>
            <a:r>
              <a:rPr lang="en-US" dirty="0"/>
              <a:t>Git: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is a distributed version control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is Optimized for the things that economists and data analyst/scientists spend a lot of time working on (e.g. code).</a:t>
            </a:r>
          </a:p>
          <a:p>
            <a:r>
              <a:rPr lang="en-US" dirty="0"/>
              <a:t>GitHub</a:t>
            </a:r>
          </a:p>
          <a:p>
            <a:pPr marL="0" indent="0">
              <a:buNone/>
            </a:pPr>
            <a:r>
              <a:rPr lang="en-US" dirty="0"/>
              <a:t>It’s important to realize that Git and GitHub are distinct things.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GitHub is an online hosting platform built on top of the Git system.</a:t>
            </a:r>
          </a:p>
          <a:p>
            <a:pPr marL="0" indent="0">
              <a:buNone/>
            </a:pPr>
            <a:r>
              <a:rPr lang="en-US" dirty="0"/>
              <a:t>(Like Bitbucket and GitLab)</a:t>
            </a:r>
          </a:p>
          <a:p>
            <a:pPr marL="0" indent="0">
              <a:buNone/>
            </a:pPr>
            <a:r>
              <a:rPr lang="en-US" dirty="0"/>
              <a:t>2.    Just like we do not need RStudio to run R code, we don’t need GitHub to use Git.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278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4D7A8-9ED0-6D84-5CF5-B3ADBD206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get hands 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E6923B-B2FA-EAF9-1CBE-85F6917253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1842294"/>
            <a:ext cx="7772400" cy="4318000"/>
          </a:xfrm>
        </p:spPr>
      </p:pic>
    </p:spTree>
    <p:extLst>
      <p:ext uri="{BB962C8B-B14F-4D97-AF65-F5344CB8AC3E}">
        <p14:creationId xmlns:p14="http://schemas.microsoft.com/office/powerpoint/2010/main" val="2333526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44FC3-552E-9272-909A-D1483AED3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Collaboration time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BFC3EA-DFFE-31C1-B1E5-B6F1EBE2B5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682" y="1981201"/>
            <a:ext cx="11576636" cy="3812664"/>
          </a:xfrm>
        </p:spPr>
      </p:pic>
    </p:spTree>
    <p:extLst>
      <p:ext uri="{BB962C8B-B14F-4D97-AF65-F5344CB8AC3E}">
        <p14:creationId xmlns:p14="http://schemas.microsoft.com/office/powerpoint/2010/main" val="822059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F2B9-2321-A7F5-DBDD-5207D112D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Collaboration time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0C41B5-9E43-CA7D-DECC-091B56EEDE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0000" y="2953544"/>
            <a:ext cx="9652000" cy="2095500"/>
          </a:xfrm>
        </p:spPr>
      </p:pic>
    </p:spTree>
    <p:extLst>
      <p:ext uri="{BB962C8B-B14F-4D97-AF65-F5344CB8AC3E}">
        <p14:creationId xmlns:p14="http://schemas.microsoft.com/office/powerpoint/2010/main" val="3984253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9D0DB-C385-61BD-BB16-E0A8D2E32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Collaboration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14C337-CB7C-8D77-BA1D-0A335B6A4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90688"/>
            <a:ext cx="8930640" cy="396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408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57078-6AA1-570E-D68E-EE849350A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Collaboration time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399886-BE93-C9C3-0A04-98BE949757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68677"/>
            <a:ext cx="10875675" cy="3320646"/>
          </a:xfrm>
        </p:spPr>
      </p:pic>
    </p:spTree>
    <p:extLst>
      <p:ext uri="{BB962C8B-B14F-4D97-AF65-F5344CB8AC3E}">
        <p14:creationId xmlns:p14="http://schemas.microsoft.com/office/powerpoint/2010/main" val="3215173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A9C63-66F0-032D-ACBB-C2CF5C9E6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Collaboration time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7AA123-6C5B-26D0-59C6-F45BF6F427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94353"/>
            <a:ext cx="10515600" cy="3413882"/>
          </a:xfrm>
        </p:spPr>
      </p:pic>
    </p:spTree>
    <p:extLst>
      <p:ext uri="{BB962C8B-B14F-4D97-AF65-F5344CB8AC3E}">
        <p14:creationId xmlns:p14="http://schemas.microsoft.com/office/powerpoint/2010/main" val="2190625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92CE4-D44D-0232-C1BB-3A3F20D6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Collaboration time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E46114-C352-EFFA-27F7-1292252EE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2822" y="799679"/>
            <a:ext cx="4236797" cy="569319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A17FEB-8AFB-C70B-D64E-810BC7F1A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90" y="2451318"/>
            <a:ext cx="6116851" cy="238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72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133</Words>
  <Application>Microsoft Macintosh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GitHub Business Analytics</vt:lpstr>
      <vt:lpstr>Intro to Git(Hub)</vt:lpstr>
      <vt:lpstr>Intro to Git(Hub)</vt:lpstr>
      <vt:lpstr>Lets get hands on</vt:lpstr>
      <vt:lpstr>Collaboration time</vt:lpstr>
      <vt:lpstr>Collaboration time</vt:lpstr>
      <vt:lpstr>Collaboration time</vt:lpstr>
      <vt:lpstr>Collaboration time</vt:lpstr>
      <vt:lpstr>Collaboration time</vt:lpstr>
      <vt:lpstr>Collaboration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Business Analytics</dc:title>
  <dc:creator>Juan Nicolas Velasquez</dc:creator>
  <cp:lastModifiedBy>Juan Nicolas Velasquez</cp:lastModifiedBy>
  <cp:revision>1</cp:revision>
  <dcterms:created xsi:type="dcterms:W3CDTF">2025-08-06T21:25:27Z</dcterms:created>
  <dcterms:modified xsi:type="dcterms:W3CDTF">2025-08-06T22:32:34Z</dcterms:modified>
</cp:coreProperties>
</file>